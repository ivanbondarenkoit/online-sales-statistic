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Dim Kava Online Sales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Week 2 February 2026 · Weekly Report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 2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Orders: 24</a:t>
            </a:r>
          </a:p>
          <a:p>
            <a:r>
              <a:t>Revenue: 15533 GEL</a:t>
            </a:r>
          </a:p>
          <a:p>
            <a:r>
              <a:t>Average check: 647 GEL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Channels Count</a:t>
            </a:r>
          </a:p>
        </p:txBody>
      </p:sp>
      <p:pic>
        <p:nvPicPr>
          <p:cNvPr id="3" name="Picture 2" descr="channels_count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4114800" cy="3086100"/>
          </a:xfrm>
          <a:prstGeom prst="rect">
            <a:avLst/>
          </a:prstGeom>
        </p:spPr>
      </p:pic>
      <p:pic>
        <p:nvPicPr>
          <p:cNvPr id="4" name="Picture 3" descr="channels_count_pi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371600"/>
            <a:ext cx="4114800" cy="30861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Channels Revenue</a:t>
            </a:r>
          </a:p>
        </p:txBody>
      </p:sp>
      <p:pic>
        <p:nvPicPr>
          <p:cNvPr id="3" name="Picture 2" descr="channels_revenue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4114800" cy="3086100"/>
          </a:xfrm>
          <a:prstGeom prst="rect">
            <a:avLst/>
          </a:prstGeom>
        </p:spPr>
      </p:pic>
      <p:pic>
        <p:nvPicPr>
          <p:cNvPr id="4" name="Picture 3" descr="channels_revenue_pi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371600"/>
            <a:ext cx="4114800" cy="30861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Types Count</a:t>
            </a:r>
          </a:p>
        </p:txBody>
      </p:sp>
      <p:pic>
        <p:nvPicPr>
          <p:cNvPr id="3" name="Picture 2" descr="product_types_count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4114800" cy="3086100"/>
          </a:xfrm>
          <a:prstGeom prst="rect">
            <a:avLst/>
          </a:prstGeom>
        </p:spPr>
      </p:pic>
      <p:pic>
        <p:nvPicPr>
          <p:cNvPr id="4" name="Picture 3" descr="product_types_count_pi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371600"/>
            <a:ext cx="4114800" cy="30861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by Product Group</a:t>
            </a:r>
          </a:p>
        </p:txBody>
      </p:sp>
      <p:pic>
        <p:nvPicPr>
          <p:cNvPr id="3" name="Picture 2" descr="product_groups_revenue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4114800" cy="3086100"/>
          </a:xfrm>
          <a:prstGeom prst="rect">
            <a:avLst/>
          </a:prstGeom>
        </p:spPr>
      </p:pic>
      <p:pic>
        <p:nvPicPr>
          <p:cNvPr id="4" name="Picture 3" descr="product_groups_revenue_pi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371600"/>
            <a:ext cx="4114800" cy="30861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Customers Count</a:t>
            </a:r>
          </a:p>
        </p:txBody>
      </p:sp>
      <p:pic>
        <p:nvPicPr>
          <p:cNvPr id="3" name="Picture 2" descr="customers_count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4114800" cy="3086100"/>
          </a:xfrm>
          <a:prstGeom prst="rect">
            <a:avLst/>
          </a:prstGeom>
        </p:spPr>
      </p:pic>
      <p:pic>
        <p:nvPicPr>
          <p:cNvPr id="4" name="Picture 3" descr="customers_count_pi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371600"/>
            <a:ext cx="4114800" cy="30861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Customers Revenue</a:t>
            </a:r>
          </a:p>
        </p:txBody>
      </p:sp>
      <p:pic>
        <p:nvPicPr>
          <p:cNvPr id="3" name="Picture 2" descr="customers_revenue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4114800" cy="3086100"/>
          </a:xfrm>
          <a:prstGeom prst="rect">
            <a:avLst/>
          </a:prstGeom>
        </p:spPr>
      </p:pic>
      <p:pic>
        <p:nvPicPr>
          <p:cNvPr id="4" name="Picture 3" descr="customers_revenue_pi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371600"/>
            <a:ext cx="4114800" cy="30861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